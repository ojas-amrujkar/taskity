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professors and evaluators. Today we present Taskity, a modern full-stack Java productivity application engineered with Spring Boot 2.7, Hibernate ORM, and React 18, solving procrastination via active time sprints, EXP accountability, and a LeetCode-style activity heatmap.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ACADEMIC YEAR 2026-27 • FULL STACK JAVA PROGRAMMING (FSJP) LAB • SE / C / III</a:t>
            </a:r>
          </a:p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TASKITY</a:t>
            </a:r>
          </a:p>
          <a:p>
            <a:pPr>
              <a:defRPr sz="1800">
                <a:solidFill>
                  <a:srgbClr val="34D399"/>
                </a:solidFill>
                <a:latin typeface="Arial"/>
              </a:defRPr>
            </a:pPr>
            <a:r>
              <a:t>Gamified Sprint Task Architecture &amp; Productivity System with Spring Boot &amp; React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512064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Project Group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Group Member 1: [Student Name 1] (Roll No: [Roll 1], ID: [ID 1])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Group Member 2: [Student Name 2] (Roll No: [Roll 2], ID: [ID 2])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Group Member 3: [Student Name 3] (Roll No: [Roll 3], ID: [ID 3])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521208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611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Faculty Guide &amp; Department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48463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Project Guide: Prof. / Dr. [Faculty Guide Name]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Course: Full Stack Java Programming Lab (FSJP)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Course Code: CS304P / IT304P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Academic Division: Second Year Engineering (SE) • Division C • Sem III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FSJP LAB MINI PROJECT // SE-C-III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Presentation Outline &amp; 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01. Introduction &amp; Motivation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Problem domain, cognitive hurdles, and relevance to modern Java.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754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02. Objectives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Java OOP principles, Sprint Time Attack, and gamified accountability.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512064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754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03. Literature Survey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Existing tools analysis (Todoist, Trello, Forest, LeetCode) &amp; gaps.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651760"/>
            <a:ext cx="512064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743200"/>
            <a:ext cx="4754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04. Methodology &amp; Architecture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Layered MVC architecture, Spring Boot, JPA, React 18, and H2 DB.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2064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4754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05. Implementation &amp; Results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Sprint engine, live countdowns, EXP penalties, and LeetCode heatmap.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12064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931920"/>
            <a:ext cx="4754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06. Conclusion &amp; Learnings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Key engineering outcomes, technical hurdles solved, and skills.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512064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4754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07. SDG Mapping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Direct alignment with UN Sustainable Development Goals (4, 8, 9, 3).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029200"/>
            <a:ext cx="512064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5120640"/>
            <a:ext cx="4754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08. References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Academic books, official Java specifications, and technical standards.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FSJP LAB MINI PROJECT // SE-C-III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Introduction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The Problem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Passive Task Decay: Traditional to-do apps act as digital graveyards where tasks accumulate without urgency.</a:t>
            </a:r>
          </a:p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Parkinson's Law: Work expands to fill available time; without visible ticking clocks, tasks take 3x longer.</a:t>
            </a:r>
          </a:p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Zero Consequence Dilemma: Traditional apps never penalize missed deadlines, leading to habituation and procrastination.</a:t>
            </a:r>
          </a:p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Missing Visual Momentum: Students lack daily habit indicators like those proven on coding platforms (LeetCode/GitHub).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Motivation &amp; Core Java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Gamified Urgency Loop: Transform task management from a chore into a high-stakes, time-bounded sprint game.</a:t>
            </a:r>
          </a:p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Object-Oriented Mastery: Encapsulate entity states, build interface-driven services, and utilize JPA callbacks.</a:t>
            </a:r>
          </a:p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Enterprise Spring Boot 2.7: Implement REST APIs, transactional semantics (@Transactional), and custom Stream comparators.</a:t>
            </a:r>
          </a:p>
          <a:p>
            <a:pPr>
              <a:spcAft>
                <a:spcPts val="1200"/>
              </a:spcAft>
              <a:defRPr sz="1150">
                <a:solidFill>
                  <a:srgbClr val="F8FAFC"/>
                </a:solidFill>
                <a:latin typeface="Arial"/>
              </a:defRPr>
            </a:pPr>
            <a:r>
              <a:t>• Precision Timestamp Handling: Java 8 LocalDateTime with Jackson @JsonFormat ensuring ISO-8601 bidirectional serialization.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FSJP LAB MINI PROJECT // SE-C-III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Literature Survey &amp; Gap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Todoist &amp; TickTick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Limitation: Passive dead reminders; no live per-second urgency timers; zero consequences for overdue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2064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Trello / Jira 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574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Limitation: Heavy team-centric Kanban workflows; complex configuration; unsuitable for quick personal sprint blocks.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12064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Forest / Pomodoro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Limitation: Isolate focus timers from actionable task descriptions, priority weights, and persistent REST backend entities.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383280"/>
            <a:ext cx="512064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520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LeetCode Activity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9776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Limitation: Highly motivating daily squares and streak psychology, but restricted strictly to algorithmic problem submissions.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Taskity Value Addition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Arial"/>
              </a:defRPr>
            </a:pPr>
            <a:r>
              <a:t>Combines Active Sprint Timers (15m, 30m, 1h) + Real EXP Deductions (-30 to -50 XP) + LeetCode 28-Week Heatmap into a unified Java Spring Boot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FSJP LAB MINI PROJECT // SE-C-III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Methodology &amp; Layered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Client Tier (React 18 SPA)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Sprint Form, Ticking Urgency Engine, 28-Week Activity Heatmap, Gamified Confetti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48640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REST Controller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TaskController exposing endpoints: /api/tasks (GET, POST, PUT, DELETE, PATCH toggle).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48640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Service Business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TaskService &amp; TaskServiceImpl with Java 8 Streams priority comparator and validation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548640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Persistence &amp;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TaskRepository extending JpaRepository, Hibernate ORM, and embedded H2 Relational DB.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463040"/>
            <a:ext cx="493776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Core Java Technical Implementations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01168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Domain Model Encapsulation: Task entity with private attributes, getters/setters, and Priority enum.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Entity Lifecycle Hooks: @PrePersist and @PreUpdate ensuring tamper-proof timestamp management.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Java 8 Stream Sorting: Custom weight comparator prioritizing HIGH &gt; MEDIUM &gt; LOW tasks dynamically.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Jackson Serialization: Configured @JsonFormat(pattern = 'yyyy-MM-ddTHH:mm:ss') for LocalDateTime.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Centralized Error Handling: ResourceNotFoundException mapped to HTTP 404 responses.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FSJP LAB MINI PROJECT // SE-C-III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Implementation &amp; Practical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1. Sprint Presets &amp; Timers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One-click 15m Sprint, 30m Deep, 1h Power, and EOD options with live countdown calculating Δt = dueDate -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2. Real-Time Urgency Visuals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574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Color-coded dynamic urgency: Calm (&gt;30m), Warning (10-30m), Critical Sprint (&lt;10m, live seconds), and Overdue.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3. EXP Reward &amp; Penalty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On-Time: +50 to +75 XP, Confetti burst, streak +1. Overdue: -30 to -50 XP deducted, streak reset to 0. Abandonment: -25 XP.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56616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703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4. 28-Week LeetCode Heatmap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160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Tracks daily task completions across 28 weeks with 5 emerald intensity levels, daily streak, and active day statistics.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Arial"/>
              </a:defRPr>
            </a:pPr>
            <a:r>
              <a:t>LIVE DEMO: Spring Boot REST API (Port 8080) + React Frontend (Port 3000) • 100% Build Success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FSJP LAB MINI PROJECT // SE-C-III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Conclusion &amp; Technical Learnings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Key Outcomes &amp; Challenges 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End-to-End Full Stack Deployment: Resilient decoupled architecture bridging Java Spring Boot and React 18.</a:t>
            </a:r>
          </a:p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Jackson Date Serialization: Resolved LocalDateTime array mismatch using @JsonFormat and ISO-8601 strings.</a:t>
            </a:r>
          </a:p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Zero-Exploit State Guard: Enforced floor boundaries (Math.max(0, focusXP - penalty)) preventing negative XP loops.</a:t>
            </a:r>
          </a:p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Responsive Matrix Track: Built an auto-spacing 28-week matrix preventing month label overlap on various screen sizes.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Core Competencies Mastered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Spring Boot Enterprise Architecture: Controllers, Service contracts, and JpaRepository interfaces.</a:t>
            </a:r>
          </a:p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Database Transaction Management: Atomic database operations using @Transactional annotations.</a:t>
            </a:r>
          </a:p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Full-Stack State Synchronization: Synchronizing local storage caching with remote backend REST entities.</a:t>
            </a:r>
          </a:p>
          <a:p>
            <a:pPr>
              <a:spcAft>
                <a:spcPts val="1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Behavioral Software Engineering: Translating psychological urgency models into reactive UI animations.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FSJP LAB MINI PROJECT // SE-C-III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Sustainable Development Goals (SDG)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SDG 4: Quality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  <a:latin typeface="Arial"/>
              </a:defRPr>
            </a:pPr>
            <a:r>
              <a:t>Strengthens student focus, discipline, and systematic habit formation through structured coding sprints and open educational Java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SDG 8: Decent Work &amp; Economic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  <a:latin typeface="Arial"/>
              </a:defRPr>
            </a:pPr>
            <a:r>
              <a:t>Improves engineering labor productivity, reduces procrastination in project delivery, and builds enterprise-grade Java employability skills.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SDG 9: Industry, Innovation &amp;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  <a:latin typeface="Arial"/>
              </a:defRPr>
            </a:pPr>
            <a:r>
              <a:t>Demonstrates innovative full-stack software practices combining enterprise Java backend stability with reactive, modern frontend engines.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SDG 3: Good Health and Well-Being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  <a:latin typeface="Arial"/>
              </a:defRPr>
            </a:pPr>
            <a:r>
              <a:t>Directly reduces cognitive overload, burnout, and acute deadline stress by transforming overwhelming goals into bite-sized time intervals.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FSJP LAB MINI PROJECT // SE-C-III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References (Arranged by Latest Year)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t>Walls, C. (2026) – Spring Boot in Action: Enterprise Java Microservices and REST APIs (6th Edition). Manning Publications, NY, pp. 45–182.  [https://www.manning.com/books/spring-boot-in-action]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698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t>Bauer, C., King, G., &amp; Gregory, G. (2025) – Java Persistence with Spring Data and Hibernate. Manning Publications, NY, pp. 112–245.  [https://hibernate.org/orm/documentation/]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t>Oracle Corporation (2025) – Java Platform Standard Edition Documentation – java.time Package Specification. Oracle Technical Network.  [https://docs.oracle.com/en/java/javase/17/docs/api/]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050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t>Spring Framework Team (2024) – Spring Data JPA Reference Documentation. VMware Tanzu Documentation Library.  [https://docs.spring.io/spring-data/jpa/reference/]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698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2803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t>Meta Open Source (2024) – React Documentation – Hooks, Lifecycle, and State Management. Meta Platforms Inc.  [https://react.dev/reference/react]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77840"/>
            <a:ext cx="10698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5099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Arial"/>
              </a:defRPr>
            </a:pPr>
            <a:r>
              <a:t>United Nations (2023) – The 17 Goals for Sustainable Development. United Nations Department of Economic and Social Affairs.  [https://sdgs.un.org/goals]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38BDF8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1600" b="1">
                <a:solidFill>
                  <a:srgbClr val="34D399"/>
                </a:solidFill>
                <a:latin typeface="Arial"/>
              </a:defRPr>
            </a:pPr>
            <a:r>
              <a:t>TASKITY // GAMIFIED SPRINT TASK ARCHITECTURE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Questions, Feedback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